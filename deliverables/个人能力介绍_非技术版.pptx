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个人能力介绍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非技术表达版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我的定位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我擅长把复杂、模糊、跨环节的问题，梳理成清晰可执行的路径。</a:t>
            </a:r>
          </a:p>
          <a:p>
            <a:pPr lvl="0"/>
            <a:r>
              <a:rPr/>
              <a:t>我不仅能提出方向，更能把事情持续推进到可交付、可复盘的结果。</a:t>
            </a:r>
          </a:p>
          <a:p>
            <a:pPr lvl="0"/>
            <a:r>
              <a:rPr/>
              <a:t>我的工作方式兼顾全局判断、执行节奏和质量标准。</a:t>
            </a:r>
          </a:p>
          <a:p>
            <a:pPr lvl="0"/>
            <a:r>
              <a:rPr/>
              <a:t>在不确定性高、信息不完整的环境里，我依然能保持稳定推进。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系统化思考能力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能快速抓住核心目标，区分“真正重要”和“表面复杂”。</a:t>
            </a:r>
          </a:p>
          <a:p>
            <a:pPr lvl="0"/>
            <a:r>
              <a:rPr/>
              <a:t>能把大问题拆成阶段、节点、标准和优先级，避免团队陷入无序推进。</a:t>
            </a:r>
          </a:p>
          <a:p>
            <a:pPr lvl="0"/>
            <a:r>
              <a:rPr/>
              <a:t>习惯提前识别依赖关系、关键风险和可能的瓶颈。</a:t>
            </a:r>
          </a:p>
          <a:p>
            <a:pPr lvl="0"/>
            <a:r>
              <a:rPr/>
              <a:t>不只是解决单点问题，更注重把事情设计成一套长期可运行的方法。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推进与落地能力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具备从 0 到 1 的组织能力，能把想法变成可执行方案。</a:t>
            </a:r>
          </a:p>
          <a:p>
            <a:pPr lvl="0"/>
            <a:r>
              <a:rPr/>
              <a:t>对结果负责，不停留在讨论层面，而是持续推动闭环。</a:t>
            </a:r>
          </a:p>
          <a:p>
            <a:pPr lvl="0"/>
            <a:r>
              <a:rPr/>
              <a:t>面对变化时能及时调整路径，但不会丢掉主线目标。</a:t>
            </a:r>
          </a:p>
          <a:p>
            <a:pPr lvl="0"/>
            <a:r>
              <a:rPr/>
              <a:t>擅长把探索型工作做成稳定、可持续的交付过程。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质量与风险意识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我重视标准感，关键环节会先定义“什么叫做好、做到什么程度算完成”。</a:t>
            </a:r>
          </a:p>
          <a:p>
            <a:pPr lvl="0"/>
            <a:r>
              <a:rPr/>
              <a:t>做事不是只追求快，也重视准确性、可信度和一致性。</a:t>
            </a:r>
          </a:p>
          <a:p>
            <a:pPr lvl="0"/>
            <a:r>
              <a:rPr/>
              <a:t>对高风险环节保持敏感，习惯提前设置检查点和复核机制。</a:t>
            </a:r>
          </a:p>
          <a:p>
            <a:pPr lvl="0"/>
            <a:r>
              <a:rPr/>
              <a:t>结果不仅要能交付，还要经得起回看、比较和复盘。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协同与表达能力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能在不同角色之间建立共同语言，减少理解偏差和沟通损耗。</a:t>
            </a:r>
          </a:p>
          <a:p>
            <a:pPr lvl="0"/>
            <a:r>
              <a:rPr/>
              <a:t>擅长把复杂内容讲清楚，让非专业背景的人也能快速抓住重点。</a:t>
            </a:r>
          </a:p>
          <a:p>
            <a:pPr lvl="0"/>
            <a:r>
              <a:rPr/>
              <a:t>输出意识强，能够沉淀成结构化文档、判断依据和行动建议。</a:t>
            </a:r>
          </a:p>
          <a:p>
            <a:pPr lvl="0"/>
            <a:r>
              <a:rPr/>
              <a:t>在合作中更关注推进效率和决策质量，而不是只停留在信息传递。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可复制与可扩展能力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我不是只完成一次任务，而是尽量把成果沉淀为可以重复使用的方式。</a:t>
            </a:r>
          </a:p>
          <a:p>
            <a:pPr lvl="0"/>
            <a:r>
              <a:rPr/>
              <a:t>擅长把零散经验整理成流程、规范和判断框架。</a:t>
            </a:r>
          </a:p>
          <a:p>
            <a:pPr lvl="0"/>
            <a:r>
              <a:rPr/>
              <a:t>当任务规模扩大或场景变化时，依然能保持整体结构清晰。</a:t>
            </a:r>
          </a:p>
          <a:p>
            <a:pPr lvl="0"/>
            <a:r>
              <a:rPr/>
              <a:t>这意味着我不仅能解决当前问题，也能为后续增长打基础。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我适合承担的角色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复杂项目负责人：适合统筹多环节、多目标、变化快的任务。</a:t>
            </a:r>
          </a:p>
          <a:p>
            <a:pPr lvl="0"/>
            <a:r>
              <a:rPr/>
              <a:t>关键推进者：适合在方向不清、资源有限时推动项目成形。</a:t>
            </a:r>
          </a:p>
          <a:p>
            <a:pPr lvl="0"/>
            <a:r>
              <a:rPr/>
              <a:t>质量把关者：适合为重要工作建立标准、节奏和交付边界。</a:t>
            </a:r>
          </a:p>
          <a:p>
            <a:pPr lvl="0"/>
            <a:r>
              <a:rPr/>
              <a:t>桥梁型角色：适合连接业务目标、执行过程与最终结果。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一句话总结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我最突出的能力，不是单一技能本身，而是把复杂事情想清楚、推动起来、稳定落地，并且做成可持续复用的能力。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个人能力介绍</dc:title>
  <dc:creator>非技术表达版</dc:creator>
  <cp:keywords/>
  <dcterms:created xsi:type="dcterms:W3CDTF">2026-03-09T03:23:37Z</dcterms:created>
  <dcterms:modified xsi:type="dcterms:W3CDTF">2026-03-09T03:23:37Z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2026-03-09</vt:lpwstr>
  </property>
</Properties>
</file>