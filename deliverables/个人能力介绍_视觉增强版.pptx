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autoCompressPictures="0" saveSubsetFonts="1">
  <ns0:sldMasterIdLst>
    <ns0:sldMasterId id="2147483648" ns1:id="rId1"/>
  </ns0:sldMasterIdLst>
  <ns0:sldIdLst>
    <ns0:sldId id="256" ns1:id="rId2"/>
    <ns0:sldId id="257" ns1:id="rId3"/>
    <ns0:sldId id="258" ns1:id="rId4"/>
    <ns0:sldId id="259" ns1:id="rId5"/>
    <ns0:sldId id="260" ns1:id="rId6"/>
    <ns0:sldId id="261" ns1:id="rId7"/>
    <ns0:sldId id="262" ns1:id="rId8"/>
  </ns0:sldIdLst>
  <ns0:sldSz cx="12192000" cy="6858000" type="screen16x9"/>
  <ns0:notesSz cx="6858000" cy="9144000"/>
  <ns0:defaultTextStyle>
    <ns2:defPPr>
      <ns2:defRPr lang="en-US"/>
    </ns2:defPPr>
    <ns2:lvl1pPr algn="l" defTabSz="457200" eaLnBrk="1" hangingPunct="1" latinLnBrk="0" marL="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1pPr>
    <ns2:lvl2pPr algn="l" defTabSz="457200" eaLnBrk="1" hangingPunct="1" latinLnBrk="0" marL="4572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2pPr>
    <ns2:lvl3pPr algn="l" defTabSz="457200" eaLnBrk="1" hangingPunct="1" latinLnBrk="0" marL="9144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3pPr>
    <ns2:lvl4pPr algn="l" defTabSz="457200" eaLnBrk="1" hangingPunct="1" latinLnBrk="0" marL="13716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4pPr>
    <ns2:lvl5pPr algn="l" defTabSz="457200" eaLnBrk="1" hangingPunct="1" latinLnBrk="0" marL="18288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5pPr>
    <ns2:lvl6pPr algn="l" defTabSz="457200" eaLnBrk="1" hangingPunct="1" latinLnBrk="0" marL="22860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6pPr>
    <ns2:lvl7pPr algn="l" defTabSz="457200" eaLnBrk="1" hangingPunct="1" latinLnBrk="0" marL="27432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7pPr>
    <ns2:lvl8pPr algn="l" defTabSz="457200" eaLnBrk="1" hangingPunct="1" latinLnBrk="0" marL="32004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8pPr>
    <ns2:lvl9pPr algn="l" defTabSz="457200" eaLnBrk="1" hangingPunct="1" latinLnBrk="0" marL="3657600" rtl="0">
      <ns2:defRPr kern="1200" sz="18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orient="horz" pos="1620" userDrawn="1">
          <ns3:clr>
            <ns2:srgbClr val="A4A3A4"/>
          </ns3:clr>
        </ns3:guide>
        <ns3:guide id="2" pos="2880" userDrawn="1">
          <ns3:clr>
            <ns2:srgbClr val="A4A3A4"/>
          </ns3:clr>
        </ns3:guide>
      </ns3:sldGuideLst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个人能力介绍</a:t>
            </a:r>
          </a:p>
        </p:txBody>
      </p:sp>
      <p:pic>
        <p:nvPicPr>
          <p:cNvPr descr="ability_deck_assets/slide_0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50900" y="1193800"/>
            <a:ext cx="7442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核心能力结构</a:t>
            </a:r>
          </a:p>
        </p:txBody>
      </p:sp>
      <p:pic>
        <p:nvPicPr>
          <p:cNvPr descr="ability_deck_assets/slide_0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50900" y="1193800"/>
            <a:ext cx="7442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我的工作方式</a:t>
            </a:r>
          </a:p>
        </p:txBody>
      </p:sp>
      <p:pic>
        <p:nvPicPr>
          <p:cNvPr descr="ability_deck_assets/slide_0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50900" y="1193800"/>
            <a:ext cx="7442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我能带来的团队价值</a:t>
            </a:r>
          </a:p>
        </p:txBody>
      </p:sp>
      <p:pic>
        <p:nvPicPr>
          <p:cNvPr descr="ability_deck_assets/slide_0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50900" y="1193800"/>
            <a:ext cx="7442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适配角色与场景</a:t>
            </a:r>
          </a:p>
        </p:txBody>
      </p:sp>
      <p:pic>
        <p:nvPicPr>
          <p:cNvPr descr="ability_deck_assets/slide_0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50900" y="1193800"/>
            <a:ext cx="7442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我的差异化优势</a:t>
            </a:r>
          </a:p>
        </p:txBody>
      </p:sp>
      <p:pic>
        <p:nvPicPr>
          <p:cNvPr descr="ability_deck_assets/slide_0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50900" y="1193800"/>
            <a:ext cx="7442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总结</a:t>
            </a:r>
          </a:p>
        </p:txBody>
      </p:sp>
      <p:pic>
        <p:nvPicPr>
          <p:cNvPr descr="ability_deck_assets/slide_0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50900" y="1193800"/>
            <a:ext cx="7442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ns0:theme xmlns:ns0="http://schemas.openxmlformats.org/drawingml/2006/main" name="Office Theme">
  <ns0:themeElements>
    <ns0:clrScheme name="Office">
      <ns0:dk1>
        <ns0:sysClr val="windowText" lastClr="000000"/>
      </ns0:dk1>
      <ns0:lt1>
        <ns0:sysClr val="window" lastClr="FFFFFF"/>
      </ns0:lt1>
      <ns0:dk2>
        <ns0:srgbClr val="1F497D"/>
      </ns0:dk2>
      <ns0:lt2>
        <ns0:srgbClr val="EEECE1"/>
      </ns0:lt2>
      <ns0:accent1>
        <ns0:srgbClr val="193549"/>
      </ns0:accent1>
      <ns0:accent2>
        <ns0:srgbClr val="2E6F6D"/>
      </ns0:accent2>
      <ns0:accent3>
        <ns0:srgbClr val="C56A45"/>
      </ns0:accent3>
      <ns0:accent4>
        <ns0:srgbClr val="C9A66B"/>
      </ns0:accent4>
      <ns0:accent5>
        <ns0:srgbClr val="798D66"/>
      </ns0:accent5>
      <ns0:accent6>
        <ns0:srgbClr val="6C7A89"/>
      </ns0:accent6>
      <ns0:hlink>
        <ns0:srgbClr val="2E6F6D"/>
      </ns0:hlink>
      <ns0:folHlink>
        <ns0:srgbClr val="C56A45"/>
      </ns0:folHlink>
    </ns0:clrScheme>
    <ns0:fontScheme name="Office">
      <ns0:majorFont>
        <ns0:latin typeface="Avenir Next"/>
        <ns0:ea typeface="Hiragino Sans GB"/>
        <ns0:cs typeface="Hiragino Sans GB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Avenir Next"/>
        <ns0:ea typeface="Hiragino Sans GB"/>
        <ns0:cs typeface="Hiragino Sans GB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tint val="50000"/>
                <ns0:satMod val="300000"/>
              </ns0:schemeClr>
            </ns0:gs>
            <ns0:gs pos="35000">
              <ns0:schemeClr val="phClr">
                <ns0:tint val="37000"/>
                <ns0:satMod val="300000"/>
              </ns0:schemeClr>
            </ns0:gs>
            <ns0:gs pos="100000">
              <ns0:schemeClr val="phClr">
                <ns0:tint val="15000"/>
                <ns0:satMod val="350000"/>
              </ns0:schemeClr>
            </ns0:gs>
          </ns0:gsLst>
          <ns0:lin ang="16200000" scaled="1"/>
        </ns0:gradFill>
        <ns0:gradFill rotWithShape="1">
          <ns0:gsLst>
            <ns0:gs pos="0">
              <ns0:schemeClr val="phClr">
                <ns0:tint val="100000"/>
                <ns0:shade val="100000"/>
                <ns0:satMod val="130000"/>
              </ns0:schemeClr>
            </ns0:gs>
            <ns0:gs pos="100000">
              <ns0:schemeClr val="phClr">
                <ns0:tint val="50000"/>
                <ns0:shade val="100000"/>
                <ns0:satMod val="350000"/>
              </ns0:schemeClr>
            </ns0:gs>
          </ns0:gsLst>
          <ns0:lin ang="16200000" scaled="0"/>
        </ns0:gradFill>
      </ns0:fillStyleLst>
      <ns0:lnStyleLst>
        <ns0:ln w="9525" cap="flat" cmpd="sng" algn="ctr">
          <ns0:solidFill>
            <ns0:schemeClr val="phClr">
              <ns0:shade val="95000"/>
              <ns0:satMod val="105000"/>
            </ns0:schemeClr>
          </ns0:solidFill>
          <ns0:prstDash val="solid"/>
        </ns0:ln>
        <ns0:ln w="25400" cap="flat" cmpd="sng" algn="ctr">
          <ns0:solidFill>
            <ns0:schemeClr val="phClr"/>
          </ns0:solidFill>
          <ns0:prstDash val="solid"/>
        </ns0:ln>
        <ns0:ln w="38100" cap="flat" cmpd="sng" algn="ctr">
          <ns0:solidFill>
            <ns0:schemeClr val="phClr"/>
          </ns0:solidFill>
          <ns0:prstDash val="solid"/>
        </ns0:ln>
      </ns0:lnStyleLst>
      <ns0:effectStyleLst>
        <ns0:effectStyle>
          <ns0:effectLst>
            <ns0:outerShdw blurRad="40000" dist="20000" dir="5400000" rotWithShape="0">
              <ns0:srgbClr val="000000">
                <ns0:alpha val="38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  <ns0:scene3d>
            <ns0:camera prst="orthographicFront">
              <ns0:rot lat="0" lon="0" rev="0"/>
            </ns0:camera>
            <ns0:lightRig rig="threePt" dir="t">
              <ns0:rot lat="0" lon="0" rev="1200000"/>
            </ns0:lightRig>
          </ns0:scene3d>
          <ns0:sp3d>
            <ns0:bevelT w="63500" h="25400"/>
          </ns0:sp3d>
        </ns0:effectStyle>
      </ns0:effectStyleLst>
      <ns0:bgFillStyleLst>
        <ns0:solidFill>
          <ns0:schemeClr val="phClr"/>
        </ns0:solidFill>
        <ns0:gradFill rotWithShape="1">
          <ns0:gsLst>
            <ns0:gs pos="0">
              <ns0:schemeClr val="phClr">
                <ns0:tint val="40000"/>
                <ns0:satMod val="350000"/>
              </ns0:schemeClr>
            </ns0:gs>
            <ns0:gs pos="40000">
              <ns0:schemeClr val="phClr">
                <ns0:tint val="45000"/>
                <ns0:shade val="99000"/>
                <ns0:satMod val="350000"/>
              </ns0:schemeClr>
            </ns0:gs>
            <ns0:gs pos="100000">
              <ns0:schemeClr val="phClr">
                <ns0:shade val="20000"/>
                <ns0:satMod val="255000"/>
              </ns0:schemeClr>
            </ns0:gs>
          </ns0:gsLst>
          <ns0:path path="circle">
            <ns0:fillToRect l="50000" t="-80000" r="50000" b="180000"/>
          </ns0:path>
        </ns0:gradFill>
        <ns0:gradFill rotWithShape="1">
          <ns0:gsLst>
            <ns0:gs pos="0">
              <ns0:schemeClr val="phClr">
                <ns0:tint val="80000"/>
                <ns0:satMod val="300000"/>
              </ns0:schemeClr>
            </ns0:gs>
            <ns0:gs pos="100000">
              <ns0:schemeClr val="phClr">
                <ns0:shade val="30000"/>
                <ns0:satMod val="200000"/>
              </ns0:schemeClr>
            </ns0:gs>
          </ns0:gsLst>
          <ns0:path path="circle">
            <ns0:fillToRect l="50000" t="50000" r="50000" b="50000"/>
          </ns0:path>
        </ns0:gradFill>
      </ns0:bgFillStyleLst>
    </ns0:fmtScheme>
  </ns0:themeElements>
  <ns0:objectDefaults>
    <ns0:spDef>
      <ns0:spPr/>
      <ns0:bodyPr/>
      <ns0:lstStyle/>
      <ns0:style>
        <ns0:lnRef idx="1">
          <ns0:schemeClr val="accent1"/>
        </ns0:lnRef>
        <ns0:fillRef idx="3">
          <ns0:schemeClr val="accent1"/>
        </ns0:fillRef>
        <ns0:effectRef idx="2">
          <ns0:schemeClr val="accent1"/>
        </ns0:effectRef>
        <ns0:fontRef idx="minor">
          <ns0:schemeClr val="lt1"/>
        </ns0:fontRef>
      </ns0:style>
    </ns0:spDef>
    <ns0:lnDef>
      <ns0:spPr/>
      <ns0:bodyPr/>
      <ns0:lstStyle/>
      <ns0:style>
        <ns0:lnRef idx="2">
          <ns0:schemeClr val="accent1"/>
        </ns0:lnRef>
        <ns0:fillRef idx="0">
          <ns0:schemeClr val="accent1"/>
        </ns0:fillRef>
        <ns0:effectRef idx="1">
          <ns0:schemeClr val="accent1"/>
        </ns0:effectRef>
        <ns0:fontRef idx="minor">
          <ns0:schemeClr val="tx1"/>
        </ns0:fontRef>
      </ns0:style>
    </ns0:lnDef>
  </ns0:objectDefaults>
  <ns0:extraClrSchemeLst/>
</ns0:theme>
</file>

<file path=ppt/theme/theme2.xml><?xml version="1.0" encoding="utf-8"?>
<ns0:theme xmlns:ns0="http://schemas.openxmlformats.org/drawingml/2006/main" xmlns:ns1="http://schemas.microsoft.com/office/thememl/2012/main" name="Office Theme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193549"/>
      </ns0:accent1>
      <ns0:accent2>
        <ns0:srgbClr val="2E6F6D"/>
      </ns0:accent2>
      <ns0:accent3>
        <ns0:srgbClr val="C56A45"/>
      </ns0:accent3>
      <ns0:accent4>
        <ns0:srgbClr val="C9A66B"/>
      </ns0:accent4>
      <ns0:accent5>
        <ns0:srgbClr val="798D66"/>
      </ns0:accent5>
      <ns0:accent6>
        <ns0:srgbClr val="6C7A89"/>
      </ns0:accent6>
      <ns0:hlink>
        <ns0:srgbClr val="2E6F6D"/>
      </ns0:hlink>
      <ns0:folHlink>
        <ns0:srgbClr val="C56A45"/>
      </ns0:folHlink>
    </ns0:clrScheme>
    <ns0:fontScheme name="Office">
      <ns0:majorFont>
        <ns0:latin typeface="Avenir Next" panose="020F0302020204030204"/>
        <ns0:ea typeface="Hiragino Sans GB"/>
        <ns0:cs typeface="Hiragino Sans GB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Avenir Next" panose="020F0502020204030204"/>
        <ns0:ea typeface="Hiragino Sans GB"/>
        <ns0:cs typeface="Hiragino Sans GB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objectDefaults/>
  <ns0:extraClrSchemeLst/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2026-03-09T03:35:09Z</dcterms:created>
  <dcterms:modified xsi:type="dcterms:W3CDTF">2026-03-09T03:35:09Z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